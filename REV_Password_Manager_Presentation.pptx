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25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57200"/>
            <a:ext cx="13716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274320"/>
            <a:ext cx="1920240" cy="192024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 Password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2860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2860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Management System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86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Raj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WEB APPLICATION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0" y="868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• Spring Boot • MySQL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89120" y="1417320"/>
            <a:ext cx="1325880" cy="347472"/>
          </a:xfrm>
          <a:prstGeom prst="rect">
            <a:avLst/>
          </a:prstGeom>
          <a:solidFill>
            <a:srgbClr val="1A3A6B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14173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Angular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1417320"/>
            <a:ext cx="1325880" cy="347472"/>
          </a:xfrm>
          <a:prstGeom prst="rect">
            <a:avLst/>
          </a:prstGeom>
          <a:solidFill>
            <a:srgbClr val="1A3A6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14173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Spring Boot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23760" y="1417320"/>
            <a:ext cx="1325880" cy="347472"/>
          </a:xfrm>
          <a:prstGeom prst="rect">
            <a:avLst/>
          </a:prstGeom>
          <a:solidFill>
            <a:srgbClr val="1A3A6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14173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MySQL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89120" y="1837944"/>
            <a:ext cx="1325880" cy="347472"/>
          </a:xfrm>
          <a:prstGeom prst="rect">
            <a:avLst/>
          </a:prstGeom>
          <a:solidFill>
            <a:srgbClr val="1A3A6B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0" y="183794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</a:rPr>
              <a:t>JWT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06440" y="1837944"/>
            <a:ext cx="1325880" cy="347472"/>
          </a:xfrm>
          <a:prstGeom prst="rect">
            <a:avLst/>
          </a:prstGeom>
          <a:solidFill>
            <a:srgbClr val="1A3A6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183794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</a:rPr>
              <a:t>BCrypt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23760" y="1837944"/>
            <a:ext cx="1325880" cy="347472"/>
          </a:xfrm>
          <a:prstGeom prst="rect">
            <a:avLst/>
          </a:prstGeom>
          <a:solidFill>
            <a:srgbClr val="1A3A6B"/>
          </a:solidFill>
          <a:ln w="19050">
            <a:solidFill>
              <a:srgbClr val="4FD1C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23760" y="183794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1C5"/>
                </a:solidFill>
              </a:rPr>
              <a:t>AES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89120" y="2880360"/>
            <a:ext cx="4480560" cy="1645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89120" y="2880360"/>
            <a:ext cx="54864" cy="1645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26280" y="2944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2FF"/>
                </a:solidFill>
              </a:rPr>
              <a:t>OBJECTIVE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26280" y="3246120"/>
            <a:ext cx="4251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secure password manager with encryption, authentication, and vault management.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7772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777240"/>
            <a:ext cx="5029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7772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FF"/>
                </a:solidFill>
              </a:rPr>
              <a:t>01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50976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868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and Objective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54880" y="7772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777240"/>
            <a:ext cx="5029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7772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FF"/>
                </a:solidFill>
              </a:rPr>
              <a:t>02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950976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52160" y="868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65760" y="1783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65760" y="1783080"/>
            <a:ext cx="5029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5760" y="17830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FF"/>
                </a:solidFill>
              </a:rPr>
              <a:t>03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1956816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1874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754880" y="1783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54880" y="1783080"/>
            <a:ext cx="5029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754880" y="17830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FF"/>
                </a:solidFill>
              </a:rPr>
              <a:t>04</a:t>
            </a:r>
            <a:endParaRPr lang="en-US" sz="14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1956816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852160" y="1874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Features Implemented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365760" y="27889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65760" y="2788920"/>
            <a:ext cx="5029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65760" y="27889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FF"/>
                </a:solidFill>
              </a:rPr>
              <a:t>05</a:t>
            </a:r>
            <a:endParaRPr lang="en-US" sz="14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2962656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6304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Features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4754880" y="27889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754880" y="2788920"/>
            <a:ext cx="5029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754880" y="27889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FF"/>
                </a:solidFill>
              </a:rPr>
              <a:t>06</a:t>
            </a:r>
            <a:endParaRPr lang="en-US" sz="14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2962656"/>
            <a:ext cx="411480" cy="4114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85216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 &amp; Observations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365760" y="37947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365760" y="3794760"/>
            <a:ext cx="5029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365760" y="37947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FF"/>
                </a:solidFill>
              </a:rPr>
              <a:t>07</a:t>
            </a:r>
            <a:endParaRPr lang="en-US" sz="14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3968496"/>
            <a:ext cx="411480" cy="4114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46304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Key Learnings</a:t>
            </a:r>
            <a:endParaRPr lang="en-US" sz="1300" dirty="0"/>
          </a:p>
        </p:txBody>
      </p:sp>
      <p:sp>
        <p:nvSpPr>
          <p:cNvPr id="41" name="Shape 31"/>
          <p:cNvSpPr/>
          <p:nvPr/>
        </p:nvSpPr>
        <p:spPr>
          <a:xfrm>
            <a:off x="4754880" y="37947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4754880" y="3794760"/>
            <a:ext cx="5029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4754880" y="37947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FF"/>
                </a:solidFill>
              </a:rPr>
              <a:t>08</a:t>
            </a:r>
            <a:endParaRPr lang="en-US" sz="14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9240" y="3968496"/>
            <a:ext cx="411480" cy="4114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85216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Objective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77724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777240"/>
            <a:ext cx="4023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777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FF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Password Manager is a secure web application that empowers users to: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011680"/>
            <a:ext cx="384048" cy="384048"/>
          </a:xfrm>
          <a:prstGeom prst="ellipse">
            <a:avLst/>
          </a:prstGeom>
          <a:solidFill>
            <a:srgbClr val="00C2FF">
              <a:alpha val="15000"/>
            </a:srgbClr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299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8408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passwords securely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2670048"/>
            <a:ext cx="384048" cy="384048"/>
          </a:xfrm>
          <a:prstGeom prst="ellipse">
            <a:avLst/>
          </a:prstGeom>
          <a:solidFill>
            <a:srgbClr val="00C2FF">
              <a:alpha val="15000"/>
            </a:srgbClr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8833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8408" y="2715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strong passwords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" y="3328416"/>
            <a:ext cx="384048" cy="384048"/>
          </a:xfrm>
          <a:prstGeom prst="ellipse">
            <a:avLst/>
          </a:prstGeom>
          <a:solidFill>
            <a:srgbClr val="00C2FF">
              <a:alpha val="15000"/>
            </a:srgbClr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34670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78408" y="33741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master password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02920" y="3986784"/>
            <a:ext cx="384048" cy="384048"/>
          </a:xfrm>
          <a:prstGeom prst="ellipse">
            <a:avLst/>
          </a:prstGeom>
          <a:solidFill>
            <a:srgbClr val="00C2FF">
              <a:alpha val="15000"/>
            </a:srgbClr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005072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78408" y="40325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password security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754880" y="777240"/>
            <a:ext cx="402336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754880" y="777240"/>
            <a:ext cx="402336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846320" y="777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FF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846320" y="1490472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846320" y="146304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193792" y="1417320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storage using AES encryption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846320" y="2148840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846320" y="212140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193792" y="2075688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system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4846320" y="2807208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846320" y="277977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193792" y="2734056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for master password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4846320" y="3465576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846320" y="343814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193792" y="3392424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analysis &amp; audit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4846320" y="4123944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846320" y="409651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5193792" y="4050792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 mechanisms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C2FF"/>
                </a:solidFill>
              </a:rPr>
              <a:t>MONOLITHIC FULL-STACK APPLICATION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097280"/>
            <a:ext cx="1965960" cy="301752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97280"/>
            <a:ext cx="196596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1261872"/>
            <a:ext cx="804672" cy="804672"/>
          </a:xfrm>
          <a:prstGeom prst="ellipse">
            <a:avLst/>
          </a:prstGeom>
          <a:solidFill>
            <a:srgbClr val="00C2FF">
              <a:alpha val="20000"/>
            </a:srgbClr>
          </a:solidFill>
          <a:ln w="19050">
            <a:solidFill>
              <a:srgbClr val="00C2F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1344168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C2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5760" y="24505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11480" y="2852928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Storage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286000" y="2542032"/>
            <a:ext cx="1828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240280" y="24231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FF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468880" y="1097280"/>
            <a:ext cx="1965960" cy="3017520"/>
          </a:xfrm>
          <a:prstGeom prst="rect">
            <a:avLst/>
          </a:prstGeom>
          <a:solidFill>
            <a:srgbClr val="11224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468880" y="1097280"/>
            <a:ext cx="19659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044952" y="1261872"/>
            <a:ext cx="804672" cy="804672"/>
          </a:xfrm>
          <a:prstGeom prst="ellipse">
            <a:avLst/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1344168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5146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22C55E"/>
                </a:solidFill>
              </a:rPr>
              <a:t>BACKEND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514600" y="24505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2560320" y="2852928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Logic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434840" y="2542032"/>
            <a:ext cx="1828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389120" y="24231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FF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617720" y="1097280"/>
            <a:ext cx="1965960" cy="301752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17720" y="109728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193792" y="1261872"/>
            <a:ext cx="804672" cy="804672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8" y="1344168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6634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9E0B"/>
                </a:solidFill>
              </a:rPr>
              <a:t>DATABASE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663440" y="24505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4709160" y="2852928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Entries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Questions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583680" y="2542032"/>
            <a:ext cx="1828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537960" y="24231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FF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6766560" y="1097280"/>
            <a:ext cx="1965960" cy="3017520"/>
          </a:xfrm>
          <a:prstGeom prst="rect">
            <a:avLst/>
          </a:prstGeom>
          <a:solidFill>
            <a:srgbClr val="112240"/>
          </a:solidFill>
          <a:ln w="1905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766560" y="1097280"/>
            <a:ext cx="196596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342632" y="1261872"/>
            <a:ext cx="804672" cy="804672"/>
          </a:xfrm>
          <a:prstGeom prst="ellipse">
            <a:avLst/>
          </a:prstGeom>
          <a:solidFill>
            <a:srgbClr val="F472B6">
              <a:alpha val="20000"/>
            </a:srgbClr>
          </a:solidFill>
          <a:ln w="19050">
            <a:solidFill>
              <a:srgbClr val="F472B6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1344168"/>
            <a:ext cx="640080" cy="6400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8122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472B6"/>
                </a:solidFill>
              </a:rPr>
              <a:t>SECURITY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6812280" y="24505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Multi-Layer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6858000" y="2852928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Flow:  User  →  Angular  →  Spring Boot  →  MySQL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493BDC-7900-BF96-72BC-E818D80384C4}"/>
              </a:ext>
            </a:extLst>
          </p:cNvPr>
          <p:cNvSpPr/>
          <p:nvPr/>
        </p:nvSpPr>
        <p:spPr>
          <a:xfrm>
            <a:off x="0" y="0"/>
            <a:ext cx="9378616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</a:rPr>
              <a:t>Entity Relationship Diagram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B3ADA-C8F8-AD19-DB51-685C2AF54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643" y="698156"/>
            <a:ext cx="7185453" cy="381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08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Step-by-Step Implementation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77724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777240"/>
            <a:ext cx="54864" cy="19659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914400"/>
            <a:ext cx="548640" cy="54864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9144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Authentication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1399032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with security questions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master password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generation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2FA verification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54880" y="77724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777240"/>
            <a:ext cx="54864" cy="1965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92040" y="914400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9204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3212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Password Vault Management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532120" y="1399032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password entries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 before storing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on master password verification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20040" y="292608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926080"/>
            <a:ext cx="54864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" y="30632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06324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Features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097280" y="3547872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analysis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detection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password detection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754880" y="292608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54880" y="2926080"/>
            <a:ext cx="54864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92040" y="306324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9204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06324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3212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Recovery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5532120" y="3547872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encrypted vault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encrypted backup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 &amp; Observations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777240"/>
            <a:ext cx="2743200" cy="41148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777240"/>
            <a:ext cx="27432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80160" y="960120"/>
            <a:ext cx="822960" cy="822960"/>
          </a:xfrm>
          <a:prstGeom prst="ellipse">
            <a:avLst/>
          </a:prstGeom>
          <a:solidFill>
            <a:srgbClr val="00C2FF">
              <a:alpha val="20000"/>
            </a:srgbClr>
          </a:solidFill>
          <a:ln w="19050">
            <a:solidFill>
              <a:srgbClr val="00C2F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033272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Observations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2514600"/>
            <a:ext cx="237744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25603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passwords stored using BCrypt hashing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227832"/>
            <a:ext cx="237744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32735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passwords encrypted using AES-256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941064"/>
            <a:ext cx="237744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360" y="39867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ensures secure stateless API communication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27832" y="777240"/>
            <a:ext cx="2743200" cy="4114800"/>
          </a:xfrm>
          <a:prstGeom prst="rect">
            <a:avLst/>
          </a:prstGeom>
          <a:solidFill>
            <a:srgbClr val="11224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27832" y="77724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87952" y="960120"/>
            <a:ext cx="822960" cy="822960"/>
          </a:xfrm>
          <a:prstGeom prst="ellipse">
            <a:avLst/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1033272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319272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Observations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410712" y="2514600"/>
            <a:ext cx="237744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502152" y="25603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search, sort, and filter work correctly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410712" y="3227832"/>
            <a:ext cx="237744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502152" y="32735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generator produces strong passwords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410712" y="3941064"/>
            <a:ext cx="237744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502152" y="39867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restore functionality verified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135624" y="777240"/>
            <a:ext cx="2743200" cy="411480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135624" y="7772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095744" y="960120"/>
            <a:ext cx="822960" cy="82296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4" y="1033272"/>
            <a:ext cx="640080" cy="6400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27064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Observations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6318504" y="2514600"/>
            <a:ext cx="237744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409944" y="25603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API response time across all endpoints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318504" y="3227832"/>
            <a:ext cx="237744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409944" y="32735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and efficient database query handling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Faced &amp; Key Learnings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777240"/>
            <a:ext cx="4114800" cy="4114800"/>
          </a:xfrm>
          <a:prstGeom prst="rect">
            <a:avLst/>
          </a:prstGeom>
          <a:solidFill>
            <a:srgbClr val="0A1628"/>
          </a:solidFill>
          <a:ln w="1905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777240"/>
            <a:ext cx="4114800" cy="4572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777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CHALLENGES FACED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37490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4864" cy="5303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417320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JWT authentication integration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29968"/>
            <a:ext cx="37490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029968"/>
            <a:ext cx="54864" cy="5303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075688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Encryption &amp; decryption implementation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688336"/>
            <a:ext cx="37490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688336"/>
            <a:ext cx="54864" cy="5303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734056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Master password re-authentication flow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346704"/>
            <a:ext cx="37490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346704"/>
            <a:ext cx="54864" cy="5303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392424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Angular–Spring Boot API integration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005072"/>
            <a:ext cx="37490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005072"/>
            <a:ext cx="54864" cy="5303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050792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UI state and modal management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0A1628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777240"/>
            <a:ext cx="4114800" cy="4572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777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KEY LEARNINGS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846320" y="1371600"/>
            <a:ext cx="37490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46320" y="1371600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92624" y="1417320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authentication using JWT tokens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846320" y="2029968"/>
            <a:ext cx="37490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46320" y="2029968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92624" y="2075688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Password hashing vs encryption concepts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846320" y="2688336"/>
            <a:ext cx="37490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46320" y="2688336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92624" y="2734056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Angular frontend integration patterns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846320" y="3346704"/>
            <a:ext cx="37490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46320" y="3346704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92624" y="3392424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API development with Spring Boot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846320" y="4005072"/>
            <a:ext cx="37490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846320" y="4005072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92624" y="4050792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system design principles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C55E"/>
                </a:solidFill>
              </a:rPr>
              <a:t>PROJECT ACHIEVEMENTS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41148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1887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storage system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5760" y="1755648"/>
            <a:ext cx="41148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4708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18470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authentication &amp; authorization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65760" y="2414016"/>
            <a:ext cx="41148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505456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25054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 &amp; decryption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65760" y="3072384"/>
            <a:ext cx="41148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163824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31638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generator &amp; security audit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365760" y="3730752"/>
            <a:ext cx="41148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822192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68680" y="38221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restore functionality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2FF"/>
                </a:solidFill>
              </a:rPr>
              <a:t>SECURITY ACHIEVED THROUGH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4754880" y="1097280"/>
            <a:ext cx="2011680" cy="640080"/>
          </a:xfrm>
          <a:prstGeom prst="rect">
            <a:avLst/>
          </a:prstGeom>
          <a:solidFill>
            <a:srgbClr val="1A3A6B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475488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858000" y="1097280"/>
            <a:ext cx="2011680" cy="640080"/>
          </a:xfrm>
          <a:prstGeom prst="rect">
            <a:avLst/>
          </a:prstGeom>
          <a:solidFill>
            <a:srgbClr val="1A3A6B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85800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 Hashing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754880" y="1874520"/>
            <a:ext cx="2011680" cy="640080"/>
          </a:xfrm>
          <a:prstGeom prst="rect">
            <a:avLst/>
          </a:prstGeom>
          <a:solidFill>
            <a:srgbClr val="1A3A6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75488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 Encryption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858000" y="1874520"/>
            <a:ext cx="2011680" cy="640080"/>
          </a:xfrm>
          <a:prstGeom prst="rect">
            <a:avLst/>
          </a:prstGeom>
          <a:solidFill>
            <a:srgbClr val="1A3A6B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85800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Password Verification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4754880" y="2926080"/>
            <a:ext cx="4114800" cy="192024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754880" y="2926080"/>
            <a:ext cx="411480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846320" y="29260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🚀  FUTURE ENHANCEMENTS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937760" y="3429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Email-based OTP verification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937760" y="3858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Cloud deployment (AWS/GCP)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4937760" y="42885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Browser extension integration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1A3A6B">
              <a:alpha val="15000"/>
            </a:srgbClr>
          </a:solidFill>
          <a:ln w="12700">
            <a:solidFill>
              <a:srgbClr val="1A3A6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9144"/>
          </a:xfrm>
          <a:prstGeom prst="rect">
            <a:avLst/>
          </a:prstGeom>
          <a:solidFill>
            <a:srgbClr val="1A3A6B">
              <a:alpha val="15000"/>
            </a:srgbClr>
          </a:solidFill>
          <a:ln w="12700">
            <a:solidFill>
              <a:srgbClr val="1A3A6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9144"/>
          </a:xfrm>
          <a:prstGeom prst="rect">
            <a:avLst/>
          </a:prstGeom>
          <a:solidFill>
            <a:srgbClr val="1A3A6B">
              <a:alpha val="15000"/>
            </a:srgbClr>
          </a:solidFill>
          <a:ln w="12700">
            <a:solidFill>
              <a:srgbClr val="1A3A6B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9144"/>
          </a:xfrm>
          <a:prstGeom prst="rect">
            <a:avLst/>
          </a:prstGeom>
          <a:solidFill>
            <a:srgbClr val="1A3A6B">
              <a:alpha val="15000"/>
            </a:srgbClr>
          </a:solidFill>
          <a:ln w="12700">
            <a:solidFill>
              <a:srgbClr val="1A3A6B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9144"/>
          </a:xfrm>
          <a:prstGeom prst="rect">
            <a:avLst/>
          </a:prstGeom>
          <a:solidFill>
            <a:srgbClr val="1A3A6B">
              <a:alpha val="15000"/>
            </a:srgbClr>
          </a:solidFill>
          <a:ln w="12700">
            <a:solidFill>
              <a:srgbClr val="1A3A6B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9144"/>
          </a:xfrm>
          <a:prstGeom prst="rect">
            <a:avLst/>
          </a:prstGeom>
          <a:solidFill>
            <a:srgbClr val="1A3A6B">
              <a:alpha val="15000"/>
            </a:srgbClr>
          </a:solidFill>
          <a:ln w="12700">
            <a:solidFill>
              <a:srgbClr val="1A3A6B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9144"/>
          </a:xfrm>
          <a:prstGeom prst="rect">
            <a:avLst/>
          </a:prstGeom>
          <a:solidFill>
            <a:srgbClr val="1A3A6B">
              <a:alpha val="15000"/>
            </a:srgbClr>
          </a:solidFill>
          <a:ln w="12700">
            <a:solidFill>
              <a:srgbClr val="1A3A6B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9144"/>
          </a:xfrm>
          <a:prstGeom prst="rect">
            <a:avLst/>
          </a:prstGeom>
          <a:solidFill>
            <a:srgbClr val="1A3A6B">
              <a:alpha val="15000"/>
            </a:srgbClr>
          </a:solidFill>
          <a:ln w="12700">
            <a:solidFill>
              <a:srgbClr val="1A3A6B">
                <a:alpha val="15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DEMONSTRATION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Password Manager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128016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834640"/>
            <a:ext cx="12801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9443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0352" y="3401568"/>
            <a:ext cx="1143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user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74520" y="2834640"/>
            <a:ext cx="128016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874520" y="2834640"/>
            <a:ext cx="12801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74520" y="29443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947672" y="3401568"/>
            <a:ext cx="1143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master password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91840" y="2834640"/>
            <a:ext cx="128016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91840" y="2834640"/>
            <a:ext cx="12801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0" y="29443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364992" y="3401568"/>
            <a:ext cx="1143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password entry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09160" y="2834640"/>
            <a:ext cx="128016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2834640"/>
            <a:ext cx="12801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9160" y="29443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782312" y="3401568"/>
            <a:ext cx="1143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encrypted vault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26480" y="2834640"/>
            <a:ext cx="128016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126480" y="2834640"/>
            <a:ext cx="12801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29443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199632" y="3401568"/>
            <a:ext cx="1143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password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543800" y="2834640"/>
            <a:ext cx="128016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43800" y="2834640"/>
            <a:ext cx="12801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43800" y="29443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7616952" y="3401568"/>
            <a:ext cx="1143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backup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495</Words>
  <Application>Microsoft Office PowerPoint</Application>
  <PresentationFormat>On-screen Show (16:9)</PresentationFormat>
  <Paragraphs>170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 Password Manager</dc:title>
  <dc:subject>PptxGenJS Presentation</dc:subject>
  <dc:creator>Raj</dc:creator>
  <cp:lastModifiedBy>Raj Sonawane</cp:lastModifiedBy>
  <cp:revision>3</cp:revision>
  <dcterms:created xsi:type="dcterms:W3CDTF">2026-02-26T07:01:21Z</dcterms:created>
  <dcterms:modified xsi:type="dcterms:W3CDTF">2026-02-27T16:55:38Z</dcterms:modified>
</cp:coreProperties>
</file>